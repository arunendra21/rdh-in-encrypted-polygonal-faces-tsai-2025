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Hiding in the Order of Things:</a:t>
            </a:r>
            <a:br/>
            <a:r>
              <a:t>Reversible Data Hiding in Encrypted 3D Meshes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study &amp; partial reproduction of Yuan-Yu Tsai (IEEE TMM,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3D models need data hiding without distorting geometry.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Coordinate changes distort shapes.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Hide data in the vertex-index ordering instead.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Extend reversible data hiding to a challenging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Preserve security and exact recoverability.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Achieve high capacity / usability.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Coordinate-based 3D RDH.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Connectivity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Vertex-index similarity (this paper).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 (paper)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Faces have equivalent cyclic orderings.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Ordering encodes bits (geometry unchanged).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Re-canonicalise to recover exactly.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126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Encode/encrypt the source in the paper's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reversibly in the transformed representation.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payload; reconstruct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Domain-specific predictor / share / transform.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 embedding into predictable redundancy.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inverse for recovery.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Reproduction pipeline: a genuine small demo of the core idea.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method needs resources unavailable in this workspace.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 (partial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1 bit/face (4000 bits) embedded.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Geometry unchanged.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Every face recovered exactly.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1266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Brings RDH to a new, high-value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Security + reversibility together.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 / usability as reported.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/ Why full reproduction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mesh only.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 not implemented.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Paper figures not reproduced.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mesh corpora.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Paper's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General polygons.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Summarised the paper and reproduced its core idea in miniature.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 reproduction needs the missing models/data/system.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Tsai. RDH in Encrypted Polygonal Faces. IEEE TMM 27,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et al. RDH. IEEE TCSVT 16(3), 2006.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RDHEI. IEEE SPL 18(4),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